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latin typeface="Aptos"/>
              </a:defRPr>
            </a:pPr>
            <a:r>
              <a:t>TASK MANAGER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42316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latin typeface="Aptos"/>
              </a:defRPr>
            </a:pPr>
            <a:r>
              <a:t>BeTechified • Backend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70332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latin typeface="Aptos"/>
              </a:defRPr>
            </a:pPr>
            <a:r>
              <a:t>Express.js REST API • CRUD • Postman • No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507492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Aptos"/>
              </a:defRPr>
            </a:pPr>
            <a:r>
              <a:t>Team: [Insert member names]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latin typeface="Aptos"/>
              </a:defRPr>
            </a:pPr>
            <a:r>
              <a:t>A simple REST API for managing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515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• Users can create, view, update and delete tasks.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• Each task contains an ID, title, description and status.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• Status is limited to pending or completed.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• Built with Node.js and Express.js using in-memory storage.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• Designed for clear endpoint testing and a short live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BeTechified • Backend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2. API Logic &amp;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latin typeface="Aptos"/>
              </a:defRPr>
            </a:pPr>
            <a:r>
              <a:t>RESTful routes implemented in Express.js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515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• GET /tasks — retrieve all tasks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• GET /tasks/:id — retrieve one task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• POST /tasks — create a new task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• PUT /tasks/:id — update an existing task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• DELETE /tasks/:id — remove a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BeTechified • Backend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3. CRUD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latin typeface="Aptos"/>
              </a:defRPr>
            </a:pPr>
            <a:r>
              <a:t>How the API handles data safely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515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• CREATE: POST validates title, description and status before adding a task.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• READ: GET searches the in-memory task array and returns JSON.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• UPDATE: PUT finds the task by ID and replaces its fields.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• DELETE: DELETE removes the task by ID and returns the deleted record.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• Invalid IDs return 404; invalid status values return 400.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BeTechified • Backend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4. Testing with Postman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latin typeface="Aptos"/>
              </a:defRPr>
            </a:pPr>
            <a:r>
              <a:t>Endpoint testing sequence for the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515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latin typeface="Aptos"/>
              </a:defRPr>
            </a:pPr>
            <a:r>
              <a:t>• 1. GET /tasks — show the starting task list.</a:t>
            </a:r>
          </a:p>
          <a:p>
            <a:pPr>
              <a:spcAft>
                <a:spcPts val="1600"/>
              </a:spcAft>
              <a:defRPr sz="1700">
                <a:latin typeface="Aptos"/>
              </a:defRPr>
            </a:pPr>
            <a:r>
              <a:t>• 2. POST /tasks — create a new pending task.</a:t>
            </a:r>
          </a:p>
          <a:p>
            <a:pPr>
              <a:spcAft>
                <a:spcPts val="1600"/>
              </a:spcAft>
              <a:defRPr sz="1700">
                <a:latin typeface="Aptos"/>
              </a:defRPr>
            </a:pPr>
            <a:r>
              <a:t>• 3. GET /tasks/3 — confirm the new task exists.</a:t>
            </a:r>
          </a:p>
          <a:p>
            <a:pPr>
              <a:spcAft>
                <a:spcPts val="1600"/>
              </a:spcAft>
              <a:defRPr sz="1700">
                <a:latin typeface="Aptos"/>
              </a:defRPr>
            </a:pPr>
            <a:r>
              <a:t>• 4. PUT /tasks/3 — change the task to completed.</a:t>
            </a:r>
          </a:p>
          <a:p>
            <a:pPr>
              <a:spcAft>
                <a:spcPts val="1600"/>
              </a:spcAft>
              <a:defRPr sz="1700">
                <a:latin typeface="Aptos"/>
              </a:defRPr>
            </a:pPr>
            <a:r>
              <a:t>• 5. DELETE /tasks/3 — remove it and verify the result.</a:t>
            </a:r>
          </a:p>
          <a:p>
            <a:pPr>
              <a:spcAft>
                <a:spcPts val="1600"/>
              </a:spcAft>
              <a:defRPr sz="1700">
                <a:latin typeface="Aptos"/>
              </a:defRPr>
            </a:pPr>
            <a:r>
              <a:t>• 6. GET /tasks/999 — demonstrate 404 error handling.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BeTechified • Backend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t>5. Collaboration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70432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latin typeface="Aptos"/>
              </a:defRPr>
            </a:pPr>
            <a:r>
              <a:t>Deliverables and key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5156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• GitHub: every member should make a meaningful commit and pull request.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• Postman: collection included for repeatable endpoint testing.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• Presentation: five slides focused on logic, endpoints and CRUD.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• The API meets the no-database requirement using in-memory storage.</a:t>
            </a:r>
          </a:p>
          <a:p>
            <a:pPr>
              <a:spcAft>
                <a:spcPts val="1600"/>
              </a:spcAft>
              <a:defRPr sz="2000">
                <a:latin typeface="Aptos"/>
              </a:defRPr>
            </a:pPr>
            <a:r>
              <a:t>• Next step: replace placeholders with member names and GitHub link.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BeTechified • Backend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